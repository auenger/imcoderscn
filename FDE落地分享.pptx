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" y="0"/>
            <a:ext cx="12191695" cy="6858000"/>
          </a:xfrm>
          <a:prstGeom prst="rect">
            <a:avLst/>
          </a:prstGeom>
        </p:spPr>
      </p:pic>
      <p:pic>
        <p:nvPicPr>
          <p:cNvPr id="4" name="图片 3" descr="4655d861e7451fb189560e4cf4c55a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605" y="2750185"/>
            <a:ext cx="1085850" cy="13582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575" y="2750185"/>
            <a:ext cx="1078230" cy="1357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730" y="2889250"/>
            <a:ext cx="2543175" cy="27387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auenger</cp:lastModifiedBy>
  <cp:revision>2</cp:revision>
  <dcterms:created xsi:type="dcterms:W3CDTF">2026-06-24T16:20:34Z</dcterms:created>
  <dcterms:modified xsi:type="dcterms:W3CDTF">2026-06-24T16:20:34Z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B57FAD6C0487C137D2033C6AD0A210FE_42</vt:lpwstr>
  </property>
</Properties>
</file>